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3" r:id="rId11"/>
    <p:sldId id="27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374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AI Education Through Puzzle-Based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IBM SkillsBuild Chatbot Course with IBM Granite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Group Meeting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Advanced Computing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King's College London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Research Questions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has low engagement — easy to pause, hard to stay focused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like "while True: learn()" teach AI, but lack adaptive support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tutors can answer questions, but lack structure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Limited research merging game-based learning with LLM tutoring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Can a game-based approach effectively teach chatbot/NLP concepts?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Does LLM tutoring support improve the learning experience?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 Develop a narrative puzzle game teaching IBM SkillsBuild chatbot course, with IBM Granite LLM as an in-game tutor.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Concept: Help a Friendly Ghost Communicate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Premise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moves into a new apartment and discovers a friendly ghost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ghost is trapped in the smart home system and wants to communicate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doesn't understand human language — player must help it learn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the ghost communicate = Learning to build a chatbot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Ghost: Cute, friendly, wants to communicate but can't — no name yet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Lily: Ghost expert, guides the player (powered by IBM Granite LLM)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→ Professional but friendly, has helped many ghosts before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Just moved in, learns chatbot concepts by helping the ghost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Structure → Course Content Mapping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7498080" cy="3840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Puzzle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 the ghost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Lily appears to help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a chatbot?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is communication hard?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 problem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to understand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ghost's messages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NLP basics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classification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Classify ghost's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intents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 communication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 with the ghost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Chatbot 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components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(node-based)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Teach the ghost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respond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chatbot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&amp; debugging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and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Ghost can communicate!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 names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all concepts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Warm ending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conversation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29522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Usage in This Project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(C#)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Ghost animations, puzzle UI, player input handling, WebGL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 / Node.js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endpoints for Lily dialogue, player progress sync, IBM Granite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 Granite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Lily provides hints when stuck, answers NLP/chatbot questions, adapts to player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/ Firebase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completed acts, quiz scores, time spent per puzzle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 / GitHub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changes, collaborate, backup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Figma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Ghost character design, puzzle wireframes, Lily dialogue box 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tools are free or available through King's / IBM partnership.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(Frontend)  →  Node.js API  →  IBM Granite (LLM)  +  Database (Progress)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56032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(C# / WebGL)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 UI &amp; Puzzles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Ghost animations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Player input handling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Lily dialogue interface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 display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822960"/>
            <a:ext cx="256032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91840" y="868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188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417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/api/lily/chat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/api/progress/save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 /api/progress/load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/api/quiz/submit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 /api/analytics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822960"/>
            <a:ext cx="2377440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309360" y="868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188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Granite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watsonx.ai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Lily's responses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hints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377440" cy="731520"/>
          </a:xfrm>
          <a:prstGeom prst="rect">
            <a:avLst/>
          </a:prstGeom>
          <a:solidFill>
            <a:srgbClr val="FCE4EC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Firebase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173736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852160" y="137160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852160" y="2468880"/>
            <a:ext cx="457200" cy="274320"/>
          </a:xfrm>
          <a:prstGeom prst="rightArrow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Example: Player asks Lily for help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clicks "Ask Lily" button in Unity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sends POST /api/lily/chat with { message, currentAct, puzzleState }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constructs prompt with course context → calls IBM Granite API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Granite returns response → Backend logs interaction to Database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returns Lily's response → Unity displays in dialogue box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Summary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331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1 (Deng et al.)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2 (Chen &amp; Chang)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Systematic Review + Meta-analysis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Experimental Study (RCT)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in education (general)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Game-based learning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 studies reviewed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 students, 3 groups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improves learning,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motivation, reduces cognitive 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Game+AI &gt; Game alone,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AI+examples works best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Journal IF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 (Computers &amp; Education)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 (Education &amp; Info Tech)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My Project Addresses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studies combine narrative game mechanics + LLM tutoring for AI/CS education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game teaches IBM SkillsBuild chatbot course content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project: Story-driven puzzle game + IBM Granite tutor → fills both gaps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Methodology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Analytics (Automatic)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collected automatically during gameplay: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Time spent per Act / Puzzle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Number of attempts per puzzle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Frequency of asking Lily for help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Quiz scores and error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Completion rate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Answers Research Questions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669796"/>
              </p:ext>
            </p:extLst>
          </p:nvPr>
        </p:nvGraphicFramePr>
        <p:xfrm>
          <a:off x="457200" y="3474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 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RQ1: Can game teach chatbot concepts?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Pre/Post test score comparison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RQ2: Does Lily (LLM) improve learning?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 frequency vs completion rate, interview feedback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&amp;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 defined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SkillsBuild course selected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decided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concept and story designed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Zotero library set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Unity basics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course content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expansion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report writing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/ Questions for Discussion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watsonx.ai access: What is the process to apply?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8855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1251284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IBM watsonx.ai access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Unity fundamentals tutorial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detailed game design document with a story script 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0890" y="2217420"/>
            <a:ext cx="254221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956</Words>
  <Application>Microsoft Office PowerPoint</Application>
  <PresentationFormat>On-screen Show (16:9)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2nd Group Meeting</dc:title>
  <dc:subject>PptxGenJS Presentation</dc:subject>
  <dc:creator>Chaoyang Tseng</dc:creator>
  <cp:lastModifiedBy>Chao-Yang Tang</cp:lastModifiedBy>
  <cp:revision>2</cp:revision>
  <dcterms:created xsi:type="dcterms:W3CDTF">2026-03-02T11:13:45Z</dcterms:created>
  <dcterms:modified xsi:type="dcterms:W3CDTF">2026-03-02T11:34:16Z</dcterms:modified>
</cp:coreProperties>
</file>